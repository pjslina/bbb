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625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285750"/>
            <a:ext cx="57150" cy="662583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85750"/>
            <a:ext cx="81438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5大业务场景数据流向全景图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1500" y="759023"/>
            <a:ext cx="8143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从原始API到终端应用的全链路自动化数据处理体系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28625" y="1162645"/>
            <a:ext cx="8286750" cy="6322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384102"/>
            <a:ext cx="13001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场景1：预警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85975" y="1269802"/>
            <a:ext cx="942975" cy="417909"/>
          </a:xfrm>
          <a:prstGeom prst="rect">
            <a:avLst/>
          </a:prstGeom>
          <a:solidFill>
            <a:srgbClr val="EBF8FF"/>
          </a:solidFill>
          <a:ln w="9144">
            <a:solidFill>
              <a:srgbClr val="BEE3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1139" y="1339453"/>
            <a:ext cx="35836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财经API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193131" y="1503759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不同领域/层级</a:t>
            </a:r>
            <a:endParaRPr lang="en-US" sz="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819" y="1423392"/>
            <a:ext cx="62508" cy="10001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91483" y="1269802"/>
            <a:ext cx="1093329" cy="407194"/>
          </a:xfrm>
          <a:prstGeom prst="rect">
            <a:avLst/>
          </a:prstGeom>
          <a:solidFill>
            <a:srgbClr val="F0FFF4"/>
          </a:solidFill>
          <a:ln w="9144">
            <a:solidFill>
              <a:srgbClr val="C6F6D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48487" y="1334095"/>
            <a:ext cx="1650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3398639" y="1498402"/>
            <a:ext cx="86472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合并组织+领域 (9点同步)</a:t>
            </a:r>
            <a:endParaRPr lang="en-US" sz="5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680" y="1423392"/>
            <a:ext cx="62508" cy="10001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647344" y="1269802"/>
            <a:ext cx="942975" cy="407194"/>
          </a:xfrm>
          <a:prstGeom prst="rect">
            <a:avLst/>
          </a:prstGeom>
          <a:solidFill>
            <a:srgbClr val="F0FFF4"/>
          </a:solidFill>
          <a:ln w="9144">
            <a:solidFill>
              <a:srgbClr val="C6F6D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29814" y="1332309"/>
            <a:ext cx="1637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4754500" y="1496616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提供对外宽表</a:t>
            </a:r>
            <a:endParaRPr lang="en-US" sz="5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188" y="1421606"/>
            <a:ext cx="62508" cy="100013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852852" y="1339453"/>
            <a:ext cx="942975" cy="264319"/>
          </a:xfrm>
          <a:prstGeom prst="rect">
            <a:avLst/>
          </a:prstGeom>
          <a:solidFill>
            <a:srgbClr val="F0FFF4"/>
          </a:solidFill>
          <a:ln w="9144">
            <a:solidFill>
              <a:srgbClr val="C6F6D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852852" y="1339453"/>
            <a:ext cx="942975" cy="264319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UniIOC</a:t>
            </a:r>
            <a:endParaRPr lang="en-US" sz="7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696" y="1421606"/>
            <a:ext cx="62508" cy="10001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058360" y="1334095"/>
            <a:ext cx="942975" cy="275034"/>
          </a:xfrm>
          <a:prstGeom prst="rect">
            <a:avLst/>
          </a:prstGeom>
          <a:solidFill>
            <a:srgbClr val="FFF5F5"/>
          </a:solidFill>
          <a:ln w="9144">
            <a:solidFill>
              <a:srgbClr val="FED7D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058360" y="1334095"/>
            <a:ext cx="942975" cy="275034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OCM数据库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428625" y="1923455"/>
            <a:ext cx="8286750" cy="6322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0"/>
          <p:cNvSpPr/>
          <p:nvPr/>
        </p:nvSpPr>
        <p:spPr>
          <a:xfrm>
            <a:off x="571500" y="2144911"/>
            <a:ext cx="13001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场景2：PPT生成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085975" y="2030611"/>
            <a:ext cx="942975" cy="417909"/>
          </a:xfrm>
          <a:prstGeom prst="rect">
            <a:avLst/>
          </a:prstGeom>
          <a:solidFill>
            <a:srgbClr val="EBF8FF"/>
          </a:solidFill>
          <a:ln w="9144">
            <a:solidFill>
              <a:srgbClr val="BEE3F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371139" y="2100263"/>
            <a:ext cx="35836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财经API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2193131" y="2264569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不同领域/层级</a:t>
            </a:r>
            <a:endParaRPr lang="en-US" sz="5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1819" y="2184202"/>
            <a:ext cx="62508" cy="100013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291483" y="2030611"/>
            <a:ext cx="1138256" cy="407194"/>
          </a:xfrm>
          <a:prstGeom prst="rect">
            <a:avLst/>
          </a:prstGeom>
          <a:solidFill>
            <a:srgbClr val="F0FFF4"/>
          </a:solidFill>
          <a:ln w="9144">
            <a:solidFill>
              <a:srgbClr val="C6F6D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3770951" y="2094905"/>
            <a:ext cx="1650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3398639" y="2259211"/>
            <a:ext cx="9096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合并组织+领域 (10点同步)</a:t>
            </a:r>
            <a:endParaRPr lang="en-US" sz="5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2608" y="2184202"/>
            <a:ext cx="62508" cy="10001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4692272" y="2030611"/>
            <a:ext cx="942975" cy="407194"/>
          </a:xfrm>
          <a:prstGeom prst="rect">
            <a:avLst/>
          </a:prstGeom>
          <a:solidFill>
            <a:srgbClr val="F0FFF4"/>
          </a:solidFill>
          <a:ln w="9144">
            <a:solidFill>
              <a:srgbClr val="C6F6D5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074741" y="2093119"/>
            <a:ext cx="1637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4799428" y="2257425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提供对外宽表</a:t>
            </a:r>
            <a:endParaRPr lang="en-US" sz="5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8115" y="2182416"/>
            <a:ext cx="62508" cy="100013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897780" y="2100263"/>
            <a:ext cx="942975" cy="264319"/>
          </a:xfrm>
          <a:prstGeom prst="rect">
            <a:avLst/>
          </a:prstGeom>
          <a:solidFill>
            <a:srgbClr val="FFF5F5"/>
          </a:solidFill>
          <a:ln w="9144">
            <a:solidFill>
              <a:srgbClr val="FED7D7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5897780" y="2100263"/>
            <a:ext cx="942975" cy="264319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metaGC</a:t>
            </a:r>
            <a:endParaRPr lang="en-US" sz="750" dirty="0"/>
          </a:p>
        </p:txBody>
      </p:sp>
      <p:sp>
        <p:nvSpPr>
          <p:cNvPr id="42" name="Shape 32"/>
          <p:cNvSpPr/>
          <p:nvPr/>
        </p:nvSpPr>
        <p:spPr>
          <a:xfrm>
            <a:off x="428625" y="2684264"/>
            <a:ext cx="8286750" cy="6215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3"/>
          <p:cNvSpPr/>
          <p:nvPr/>
        </p:nvSpPr>
        <p:spPr>
          <a:xfrm>
            <a:off x="571500" y="2900363"/>
            <a:ext cx="13001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场景3：日报推送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2085975" y="2791420"/>
            <a:ext cx="942975" cy="407194"/>
          </a:xfrm>
          <a:prstGeom prst="rect">
            <a:avLst/>
          </a:prstGeom>
          <a:solidFill>
            <a:srgbClr val="F0FFF4"/>
          </a:solidFill>
          <a:ln w="9144">
            <a:solidFill>
              <a:srgbClr val="C6F6D5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382329" y="2848570"/>
            <a:ext cx="3359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UniIOC</a:t>
            </a:r>
            <a:endParaRPr lang="en-US" sz="750" dirty="0"/>
          </a:p>
        </p:txBody>
      </p:sp>
      <p:sp>
        <p:nvSpPr>
          <p:cNvPr id="46" name="Text 36"/>
          <p:cNvSpPr/>
          <p:nvPr/>
        </p:nvSpPr>
        <p:spPr>
          <a:xfrm>
            <a:off x="2193131" y="3012877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自身具备数据</a:t>
            </a:r>
            <a:endParaRPr lang="en-US" sz="55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1819" y="2937867"/>
            <a:ext cx="62508" cy="100013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3291483" y="2850356"/>
            <a:ext cx="942975" cy="275034"/>
          </a:xfrm>
          <a:prstGeom prst="rect">
            <a:avLst/>
          </a:prstGeom>
          <a:solidFill>
            <a:srgbClr val="FFF5F5"/>
          </a:solidFill>
          <a:ln w="9144">
            <a:solidFill>
              <a:srgbClr val="FED7D7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3291483" y="2850356"/>
            <a:ext cx="942975" cy="275034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日报推送</a:t>
            </a:r>
            <a:endParaRPr lang="en-US" sz="750" dirty="0"/>
          </a:p>
        </p:txBody>
      </p:sp>
      <p:sp>
        <p:nvSpPr>
          <p:cNvPr id="50" name="Shape 39"/>
          <p:cNvSpPr/>
          <p:nvPr/>
        </p:nvSpPr>
        <p:spPr>
          <a:xfrm>
            <a:off x="428625" y="3434358"/>
            <a:ext cx="8286750" cy="6322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0"/>
          <p:cNvSpPr/>
          <p:nvPr/>
        </p:nvSpPr>
        <p:spPr>
          <a:xfrm>
            <a:off x="571500" y="3655814"/>
            <a:ext cx="13001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场景4：会议纪要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2085975" y="3541514"/>
            <a:ext cx="942975" cy="417909"/>
          </a:xfrm>
          <a:prstGeom prst="rect">
            <a:avLst/>
          </a:prstGeom>
          <a:solidFill>
            <a:srgbClr val="EBF8FF"/>
          </a:solidFill>
          <a:ln w="9144">
            <a:solidFill>
              <a:srgbClr val="BEE3F8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2250281" y="3609380"/>
            <a:ext cx="6000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会议纪要助手</a:t>
            </a:r>
            <a:endParaRPr lang="en-US" sz="750" dirty="0"/>
          </a:p>
        </p:txBody>
      </p:sp>
      <p:sp>
        <p:nvSpPr>
          <p:cNvPr id="54" name="Text 43"/>
          <p:cNvSpPr/>
          <p:nvPr/>
        </p:nvSpPr>
        <p:spPr>
          <a:xfrm>
            <a:off x="2193131" y="3773686"/>
            <a:ext cx="714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详情/纪要API</a:t>
            </a:r>
            <a:endParaRPr lang="en-US" sz="550" dirty="0"/>
          </a:p>
        </p:txBody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1819" y="3693319"/>
            <a:ext cx="62508" cy="100013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>
            <a:off x="3291483" y="3605808"/>
            <a:ext cx="942975" cy="275034"/>
          </a:xfrm>
          <a:prstGeom prst="rect">
            <a:avLst/>
          </a:prstGeom>
          <a:solidFill>
            <a:srgbClr val="FFF5F5"/>
          </a:solidFill>
          <a:ln w="9144">
            <a:solidFill>
              <a:srgbClr val="FED7D7"/>
            </a:solidFill>
            <a:prstDash val="solid"/>
          </a:ln>
        </p:spPr>
      </p:sp>
      <p:sp>
        <p:nvSpPr>
          <p:cNvPr id="57" name="Text 45"/>
          <p:cNvSpPr/>
          <p:nvPr/>
        </p:nvSpPr>
        <p:spPr>
          <a:xfrm>
            <a:off x="3291483" y="3605808"/>
            <a:ext cx="942975" cy="275034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OCM数据库</a:t>
            </a:r>
            <a:endParaRPr lang="en-US" sz="750" dirty="0"/>
          </a:p>
        </p:txBody>
      </p:sp>
      <p:sp>
        <p:nvSpPr>
          <p:cNvPr id="58" name="Shape 46"/>
          <p:cNvSpPr/>
          <p:nvPr/>
        </p:nvSpPr>
        <p:spPr>
          <a:xfrm>
            <a:off x="428625" y="4195167"/>
            <a:ext cx="8286750" cy="4893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47"/>
          <p:cNvSpPr/>
          <p:nvPr/>
        </p:nvSpPr>
        <p:spPr>
          <a:xfrm>
            <a:off x="571500" y="4345186"/>
            <a:ext cx="13001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场景5：任务管理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2085975" y="4307681"/>
            <a:ext cx="942975" cy="264319"/>
          </a:xfrm>
          <a:prstGeom prst="rect">
            <a:avLst/>
          </a:prstGeom>
          <a:solidFill>
            <a:srgbClr val="EBF8FF"/>
          </a:solidFill>
          <a:ln w="9144">
            <a:solidFill>
              <a:srgbClr val="BEE3F8"/>
            </a:solidFill>
            <a:prstDash val="solid"/>
          </a:ln>
        </p:spPr>
      </p:sp>
      <p:sp>
        <p:nvSpPr>
          <p:cNvPr id="61" name="Text 49"/>
          <p:cNvSpPr/>
          <p:nvPr/>
        </p:nvSpPr>
        <p:spPr>
          <a:xfrm>
            <a:off x="2085975" y="4307681"/>
            <a:ext cx="942975" cy="264319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Wetask</a:t>
            </a:r>
            <a:endParaRPr lang="en-US" sz="750" dirty="0"/>
          </a:p>
        </p:txBody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1819" y="4389834"/>
            <a:ext cx="62508" cy="100013"/>
          </a:xfrm>
          <a:prstGeom prst="rect">
            <a:avLst/>
          </a:prstGeom>
        </p:spPr>
      </p:pic>
      <p:sp>
        <p:nvSpPr>
          <p:cNvPr id="63" name="Shape 50"/>
          <p:cNvSpPr/>
          <p:nvPr/>
        </p:nvSpPr>
        <p:spPr>
          <a:xfrm>
            <a:off x="3291483" y="4302323"/>
            <a:ext cx="942975" cy="275034"/>
          </a:xfrm>
          <a:prstGeom prst="rect">
            <a:avLst/>
          </a:prstGeom>
          <a:solidFill>
            <a:srgbClr val="FFF5F5"/>
          </a:solidFill>
          <a:ln w="9144">
            <a:solidFill>
              <a:srgbClr val="FED7D7"/>
            </a:solidFill>
            <a:prstDash val="solid"/>
          </a:ln>
        </p:spPr>
      </p:sp>
      <p:sp>
        <p:nvSpPr>
          <p:cNvPr id="64" name="Text 51"/>
          <p:cNvSpPr/>
          <p:nvPr/>
        </p:nvSpPr>
        <p:spPr>
          <a:xfrm>
            <a:off x="3291483" y="4302323"/>
            <a:ext cx="942975" cy="275034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OCM数据库</a:t>
            </a:r>
            <a:endParaRPr lang="en-US" sz="750" dirty="0"/>
          </a:p>
        </p:txBody>
      </p:sp>
      <p:sp>
        <p:nvSpPr>
          <p:cNvPr id="65" name="Text 52"/>
          <p:cNvSpPr/>
          <p:nvPr/>
        </p:nvSpPr>
        <p:spPr>
          <a:xfrm>
            <a:off x="6963649" y="4727377"/>
            <a:ext cx="3000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数据源</a:t>
            </a:r>
            <a:endParaRPr lang="en-US" sz="750" dirty="0"/>
          </a:p>
        </p:txBody>
      </p:sp>
      <p:sp>
        <p:nvSpPr>
          <p:cNvPr id="66" name="Text 53"/>
          <p:cNvSpPr/>
          <p:nvPr/>
        </p:nvSpPr>
        <p:spPr>
          <a:xfrm>
            <a:off x="7620874" y="4727377"/>
            <a:ext cx="3000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处理层</a:t>
            </a:r>
            <a:endParaRPr lang="en-US" sz="750" dirty="0"/>
          </a:p>
        </p:txBody>
      </p:sp>
      <p:sp>
        <p:nvSpPr>
          <p:cNvPr id="67" name="Text 54"/>
          <p:cNvSpPr/>
          <p:nvPr/>
        </p:nvSpPr>
        <p:spPr>
          <a:xfrm>
            <a:off x="8278099" y="4727377"/>
            <a:ext cx="43727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存储/终端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2026-04-21T11:22:36Z</dcterms:created>
  <dcterms:modified xsi:type="dcterms:W3CDTF">2026-04-21T11:22:36Z</dcterms:modified>
</cp:coreProperties>
</file>